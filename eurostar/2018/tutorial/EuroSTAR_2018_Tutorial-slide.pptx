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4" r:id="rId5"/>
    <p:sldMasterId id="2147483667" r:id="rId6"/>
  </p:sldMasterIdLst>
  <p:sldIdLst>
    <p:sldId id="273" r:id="rId7"/>
    <p:sldId id="272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A11"/>
    <a:srgbClr val="D0CFCD"/>
    <a:srgbClr val="FF671D"/>
    <a:srgbClr val="004D71"/>
    <a:srgbClr val="3C8CA7"/>
    <a:srgbClr val="D22F70"/>
    <a:srgbClr val="082345"/>
    <a:srgbClr val="163073"/>
    <a:srgbClr val="009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37" autoAdjust="0"/>
    <p:restoredTop sz="97026"/>
  </p:normalViewPr>
  <p:slideViewPr>
    <p:cSldViewPr snapToGrid="0">
      <p:cViewPr varScale="1">
        <p:scale>
          <a:sx n="84" d="100"/>
          <a:sy n="84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Divi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AA4CC8-6EDB-4840-9CCF-2DCF16D8A2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235" y="2377836"/>
            <a:ext cx="10823530" cy="579591"/>
          </a:xfrm>
          <a:prstGeom prst="rect">
            <a:avLst/>
          </a:prstGeom>
        </p:spPr>
        <p:txBody>
          <a:bodyPr lIns="0" t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04B16A9-A5B8-CF46-957E-8F5843B04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235" y="3238034"/>
            <a:ext cx="10823530" cy="579591"/>
          </a:xfrm>
          <a:prstGeom prst="rect">
            <a:avLst/>
          </a:prstGeom>
        </p:spPr>
        <p:txBody>
          <a:bodyPr lIns="0" t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890942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Divi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A7A3A18-7779-9E41-8EDB-873905013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235" y="2377836"/>
            <a:ext cx="10823530" cy="579591"/>
          </a:xfrm>
          <a:prstGeom prst="rect">
            <a:avLst/>
          </a:prstGeom>
        </p:spPr>
        <p:txBody>
          <a:bodyPr lIns="0" t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DB33360-BB4C-C04C-98D8-C7FFA4484A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235" y="3238034"/>
            <a:ext cx="10823530" cy="579591"/>
          </a:xfrm>
          <a:prstGeom prst="rect">
            <a:avLst/>
          </a:prstGeom>
        </p:spPr>
        <p:txBody>
          <a:bodyPr lIns="0" t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91030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ular Page -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0537-C1FC-7E4E-A405-DA28D119B1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8000" y="547201"/>
            <a:ext cx="8260596" cy="768644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indent="0">
              <a:buNone/>
              <a:defRPr sz="4000">
                <a:solidFill>
                  <a:srgbClr val="FF671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0D920-F60F-414C-8922-92E1E97B7A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000" y="1825200"/>
            <a:ext cx="10892702" cy="43748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D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D22F70"/>
                </a:solidFill>
              </a:defRPr>
            </a:lvl2pPr>
            <a:lvl3pPr>
              <a:defRPr>
                <a:solidFill>
                  <a:srgbClr val="D22F70"/>
                </a:solidFill>
              </a:defRPr>
            </a:lvl3pPr>
            <a:lvl4pPr>
              <a:defRPr>
                <a:solidFill>
                  <a:srgbClr val="D22F70"/>
                </a:solidFill>
              </a:defRPr>
            </a:lvl4pPr>
            <a:lvl5pPr>
              <a:defRPr>
                <a:solidFill>
                  <a:srgbClr val="D22F70"/>
                </a:solidFill>
              </a:defRPr>
            </a:lvl5pPr>
          </a:lstStyle>
          <a:p>
            <a:pPr lvl="0"/>
            <a:r>
              <a:rPr lang="en-US" dirty="0"/>
              <a:t>Edit Master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F9298-B8E4-B947-B3F5-6A63CEF57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06" y="549781"/>
            <a:ext cx="2469896" cy="76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97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ular Page -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0D920-F60F-414C-8922-92E1E97B7A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000" y="547201"/>
            <a:ext cx="10892702" cy="56528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D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D22F70"/>
                </a:solidFill>
              </a:defRPr>
            </a:lvl2pPr>
            <a:lvl3pPr>
              <a:defRPr>
                <a:solidFill>
                  <a:srgbClr val="D22F70"/>
                </a:solidFill>
              </a:defRPr>
            </a:lvl3pPr>
            <a:lvl4pPr>
              <a:defRPr>
                <a:solidFill>
                  <a:srgbClr val="D22F70"/>
                </a:solidFill>
              </a:defRPr>
            </a:lvl4pPr>
            <a:lvl5pPr>
              <a:defRPr>
                <a:solidFill>
                  <a:srgbClr val="D22F70"/>
                </a:solidFill>
              </a:defRPr>
            </a:lvl5pPr>
          </a:lstStyle>
          <a:p>
            <a:pPr lvl="0"/>
            <a:r>
              <a:rPr lang="en-US" dirty="0"/>
              <a:t>Edit Master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1F501-0576-AF4C-B688-A9AF098A98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06" y="547201"/>
            <a:ext cx="2469896" cy="76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2601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72F0D-7D09-B940-A336-97FD3DD331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39200" y="698400"/>
            <a:ext cx="2682875" cy="26828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F2AFF0-1422-5F43-A0DE-EBDC24FD5B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8400" y="698400"/>
            <a:ext cx="7200000" cy="10999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Exploring Testing from First Principles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F534B9C-BD50-364E-83EE-B3C2C22A10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00" y="2100720"/>
            <a:ext cx="7200000" cy="4162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>
                <a:solidFill>
                  <a:srgbClr val="FBCA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Alan Richardson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5C2257E-7D47-6A47-A8F7-CC55D957B7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3302000"/>
            <a:ext cx="7200000" cy="10255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0"/>
              </a:lnSpc>
              <a:spcBef>
                <a:spcPts val="30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@</a:t>
            </a:r>
            <a:r>
              <a:rPr lang="en-US" dirty="0" err="1"/>
              <a:t>eviltester</a:t>
            </a:r>
            <a:endParaRPr lang="en-US" dirty="0"/>
          </a:p>
          <a:p>
            <a:pPr lvl="0"/>
            <a:r>
              <a:rPr lang="en-US" dirty="0" err="1"/>
              <a:t>alan@compendiumdev.co.uk</a:t>
            </a:r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4F0F71E-C274-5A47-B476-215AD1DFF3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00" y="2641721"/>
            <a:ext cx="7200000" cy="4162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000" b="1">
                <a:solidFill>
                  <a:srgbClr val="FBCA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EvilTester.com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17916-86D4-FB4C-9A38-14CB3EF92F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200" y="698400"/>
            <a:ext cx="2682875" cy="268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3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3DBF-4415-084B-A64B-A5E5F693B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4A087-515E-5844-8F69-1752BA99F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8818B-4B65-3440-A0DC-6754C57C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90F11-88D6-F442-9F06-F7B4455A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ED0B1-C437-EF46-B04B-2D95896A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4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7866-1CC9-D94D-9973-31B5D379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9279-0926-7146-844B-97B2AB365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4455E-03E6-0B4C-AC13-81E668D9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F437-4DD7-3542-8CA8-BA45FB6E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33FD-03A7-C546-A4E5-4ED209DD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6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ED44-7EDA-8643-AFB4-4BC1DE31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A3FEE-64A6-2C46-8889-E11DBEC9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C1AC1-6174-8242-ABFC-44C3E7CC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B5CC-8896-B64F-BB9C-13889405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7F6B-D5C9-F343-B41C-93131727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6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86AB-1E08-3F45-96D3-919158AE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5114-82DE-1546-99DD-F322B2F9D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A6AD0-71E9-1E4D-A34D-4CD91F8CC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D81C3-44FA-9748-8FB1-0B021BDB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D5A2E-ED82-A94F-B86E-A8B0EE94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C5B5-6971-354E-97C0-E3D4927E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D652-C569-B647-9B61-3D0866AD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69CC4-0AFD-764B-8601-4EA4D0E3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7EA47-135B-1345-B622-03C6B5963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1F41F-E926-8142-B1F4-98252769D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1406F-188A-C645-8632-84EAF5532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EA89D-1CCD-1844-BEB7-C5D2A749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300F8-2AA5-A440-95A7-96151369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D38EB-2A34-9441-A98E-B8C4ADF6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3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AF0C-4831-8948-BF72-E9BC694D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91171-7953-2E42-9A3D-231E33A4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7E02D-E68B-FE48-9D80-D3E865B0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938BF-A0C6-EE44-BD21-8E9B1D48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56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676F0-5545-154F-86A3-341DC6F6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35BA3-F82D-C145-A921-B61B3338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4A5E-C6E0-C64A-8841-EA960DDF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60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7722-7179-AC40-BA73-21D850281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74DB8-5992-E14F-97E4-D7CC43ABC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5051B-20F8-454F-B328-BDF2625DB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BB51F-7952-B64A-9E29-AC829497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06857-E702-2441-9246-43D37A57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C3D43-0EE2-9440-867F-AC6898D9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6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1E9D-B742-644D-8CA9-C18A7F08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9660E-133D-5C4B-845D-82EA2EF48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04248-CCBD-CD42-ACB5-22BE0805F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1E341-B4DC-F346-BEC4-371ECB16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A99D5-6DEB-864B-B7E3-FE385BF0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E991B-131B-5847-B2B0-66E55CA0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29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970B-280B-7949-BAFA-61689A75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BF103-7FBC-124F-9D44-A8DB28F96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CCD0B-1431-6045-9266-E5BF7110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DE20F-FF07-F147-BEF6-536246DC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86F7-113B-5A41-9D9A-13E8877F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1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41B0E-80E4-FE47-BBE7-C5404899B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CC3CB-FFCE-CC44-B027-A2A16A1F7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9AFC8-67E4-3946-A8ED-D2B0B019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EA9EA-E5A5-A445-ACEA-147BC782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2233-A77A-9D4B-8048-D147E582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11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B230-E68E-EA4A-BD1C-D55703C1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1ED7A-CDA0-7141-B56B-148B18C7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74CCD-A6E4-314D-8604-22550CF6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3321F-7B61-F943-AD8B-E959DC44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917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A620-A107-D84F-84E9-083E19814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0143C-3760-BE4C-85A8-B5DF8A1C5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0C2D-1761-A345-9983-14F8E165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C6E2-2D7F-764C-BE14-51581F9D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E59C-0D60-864D-843D-78136951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00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83E4-9298-9D44-8D64-2C0DCD08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4222-918E-CF40-8A80-2AAE582C6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963E-5B52-B34D-9622-FAB358A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CB299-F3EA-8740-AE89-5BC782B8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C1EE7-44A3-9641-9AE7-08F919E3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3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0A81-E86E-7740-B441-29E5372D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2A75B-EDC1-FD45-8226-332F0EAB7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CCE0-1C72-C148-9399-89B1884E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D7857-36B6-E94E-9B7A-521786FA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BA9CD-DBC9-944B-A452-7686CD3A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60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11F9-6E57-3642-8E99-02487583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D805-3DE9-694B-9443-FE3E826F1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AE786-0EB0-F944-ABFD-F42C7AE9F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9EE62-CFBD-0344-8428-69F39C37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F689B-9DF4-1B46-B00D-DD3C45C3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680A3-DD2C-EE47-87CD-AC56913B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86FA-33CF-3541-A7A6-6FEFDDB9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7193A-8458-B943-8EA2-6C2594758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CFCF6-B9B0-B340-8FC3-8C73BDA2E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F67D7-6523-EA48-9526-22CE02297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298AF-AFBD-1146-8EA1-8C9490758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CCE14-C141-3246-89A9-CCC42C2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A483C-119D-EE4D-A693-489E027F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36FA2-32CB-B942-8670-98A3C156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76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E03AA-0AE1-F84D-8352-200F7388C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A2580-9AEC-1541-BE6B-63E5B7BF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08640-355D-7D41-9377-A633CB25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F7DA8-F839-C941-AEFE-0F8C0243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929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F2B0F-43C7-C84D-85AC-87E01013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D6766-6E78-1348-AD21-89038D89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B15CD-F7F7-A34B-B01F-27230864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9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105A-B502-7746-BE47-6D0F9241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226D-8096-7348-AA90-929DE2DD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A4070-C2B1-6942-AE76-8100D58DE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F1437-097D-AF4C-ACA4-9786B6656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481FE-C88F-9B4E-B8B1-0A84631B3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96DE2-FB77-0B42-B051-B5444B2E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6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BF52-61DB-6244-962C-B17613C3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42406A-E7EE-0C4D-8011-4C4755070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AC2D0-CC24-D149-8C3D-A12AA0BD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BD093-A032-B14A-BC30-AA62BB9D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A449D-BDBA-BB4D-B5B0-5321E892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8448C-EBF6-7A44-93F3-667A2B3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53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D798-BE0A-9A47-8ADE-F7BB783D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C0CD3-4447-874C-B62A-D719D67A1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0EF12-15E7-A541-96F9-AFA9D819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5F175-4CD3-8943-970B-06B76F34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2A481-160A-FB4A-ABA0-36EAD222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43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8248D-FE65-F849-ADAA-895BDAD9E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6CDD2-AD43-C04B-AE35-19B5585C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63E1D-F5DD-F64A-992B-B396F99F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9E1D2-496E-EB4A-BA55-B74D12E4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424F-C085-CF4C-A6CE-CCB5933C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42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1A27-3B9B-FD40-886F-84D11093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BC4FE-0A5D-A04C-A2F5-0922BC98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7ACD4-30A1-754B-B79F-A498A058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86C2D-ACB8-D44C-8E28-2B97C660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6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8B3D6-280F-6D4E-A14F-A9695260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03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1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9EF93-04FA-994C-ADF6-BCB0A805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C932A-03F7-6141-A41A-E1A3410F6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58C6A-B5CF-3A49-89E8-6D2490363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C5D1D-F991-D547-A0A0-143F7AC09C6B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0DBD-AADE-5B45-950D-772D14D1D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EDD11-13A1-9648-BBDF-53B145EE4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AE030-9527-EB47-AB06-477BA9489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4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246BC-6A00-BC4B-84C1-1FD3E5C5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5429A-6699-914B-A73F-9C02975D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AF5B5-9B8D-754F-BA9F-3C6E6AF8A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41884-91D8-E14E-A567-5FCBA3D98CE3}" type="datetimeFigureOut">
              <a:rPr lang="en-US" smtClean="0"/>
              <a:t>10/4/18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E5A6A-219C-F14C-A84A-798131532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8A48-AB11-0549-AC33-EB4960170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9D6FE-DD7E-6B48-B6AD-21678F75A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0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45461C0-3215-9142-AFA1-749775B947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0487DA-C6CF-C542-BBE3-7545443ABA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Evil Tester's Test Ability Audit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FB3C9-152A-4F4A-AF8D-16D03668F4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Alan Richardson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BE3D9A-BDEE-E846-B931-05C83DE24B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EvilTester</a:t>
            </a:r>
            <a:endParaRPr lang="en-US" dirty="0"/>
          </a:p>
          <a:p>
            <a:r>
              <a:rPr lang="en-US" dirty="0" err="1"/>
              <a:t>alan@compendiumdev.co.uk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FA3B90-E54F-C84D-82FC-5AFC2803E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EvilTester.com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2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11D4FF-869C-554B-AD3E-00E6003A2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1DF319-D97B-364B-8B55-F7DC3B3CF9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7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9118FC-6188-084E-A49B-4AE5AB56BA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FF18D9-8861-5B45-A468-1C2D7D365F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2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8026C2E670CA4FBC4D6D6A31344F43" ma:contentTypeVersion="13" ma:contentTypeDescription="Create a new document." ma:contentTypeScope="" ma:versionID="172e458c39431009aa8c0addf109a0d8">
  <xsd:schema xmlns:xsd="http://www.w3.org/2001/XMLSchema" xmlns:xs="http://www.w3.org/2001/XMLSchema" xmlns:p="http://schemas.microsoft.com/office/2006/metadata/properties" xmlns:ns2="5547bd19-f7c3-47ea-aa2d-6a567b73787f" xmlns:ns3="9803ebc7-b471-4092-bd6a-015dc118a62b" targetNamespace="http://schemas.microsoft.com/office/2006/metadata/properties" ma:root="true" ma:fieldsID="0ddd0c0064bb9fe2722f92245d126ec4" ns2:_="" ns3:_="">
    <xsd:import namespace="5547bd19-f7c3-47ea-aa2d-6a567b73787f"/>
    <xsd:import namespace="9803ebc7-b471-4092-bd6a-015dc118a62b"/>
    <xsd:element name="properties">
      <xsd:complexType>
        <xsd:sequence>
          <xsd:element name="documentManagement">
            <xsd:complexType>
              <xsd:all>
                <xsd:element ref="ns2:SharedWithDetails" minOccurs="0"/>
                <xsd:element ref="ns2:SharedWithUsers" minOccurs="0"/>
                <xsd:element ref="ns2:LastSharedByUser" minOccurs="0"/>
                <xsd:element ref="ns2:LastSharedByTime" minOccurs="0"/>
                <xsd:element ref="ns3:Clos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http_x003a__x002f__x002f_www_x002e_sponsorship_x002e_com_x002f_iegsr_x002f_2013_x002f_04_x002f_15_x002f_The_x002d_Key_x002d_To_x002d_Sponsor_x002d_Servicing_x002d__x002d_Post_x002d_Event_x002d_Fulfillme_x002e_aspx" minOccurs="0"/>
                <xsd:element ref="ns3:http_x003a__x002f__x002f_www_x002e_sponsorship_x002e_com_x002f_IEGSR_x002f_2011_x002f_10_x002f_11_x002f_Best_x002d_Practices_x002d__x002d_Post_x002d_Event_x002d_Fulfillment_x002d_Reports_x002e_aspx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47bd19-f7c3-47ea-aa2d-6a567b73787f" elementFormDefault="qualified">
    <xsd:import namespace="http://schemas.microsoft.com/office/2006/documentManagement/types"/>
    <xsd:import namespace="http://schemas.microsoft.com/office/infopath/2007/PartnerControls"/>
    <xsd:element name="SharedWithDetails" ma:index="8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3ebc7-b471-4092-bd6a-015dc118a62b" elementFormDefault="qualified">
    <xsd:import namespace="http://schemas.microsoft.com/office/2006/documentManagement/types"/>
    <xsd:import namespace="http://schemas.microsoft.com/office/infopath/2007/PartnerControls"/>
    <xsd:element name="Close" ma:index="12" nillable="true" ma:displayName="Close" ma:internalName="Close">
      <xsd:simpleType>
        <xsd:restriction base="dms:Text"/>
      </xsd:simpleType>
    </xsd:element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7" nillable="true" ma:displayName="MediaServiceLocation" ma:description="" ma:internalName="MediaServiceLocation" ma:readOnly="true">
      <xsd:simpleType>
        <xsd:restriction base="dms:Text"/>
      </xsd:simpleType>
    </xsd:element>
    <xsd:element name="http_x003a__x002f__x002f_www_x002e_sponsorship_x002e_com_x002f_iegsr_x002f_2013_x002f_04_x002f_15_x002f_The_x002d_Key_x002d_To_x002d_Sponsor_x002d_Servicing_x002d__x002d_Post_x002d_Event_x002d_Fulfillme_x002e_aspx" ma:index="18" nillable="true" ma:displayName="http://www.sponsorship.com/iegsr/2013/04/15/The-Key-To-Sponsor-Servicing--Post-Event-Fulfillme.aspx" ma:format="Hyperlink" ma:internalName="http_x003a__x002f__x002f_www_x002e_sponsorship_x002e_com_x002f_iegsr_x002f_2013_x002f_04_x002f_15_x002f_The_x002d_Key_x002d_To_x002d_Sponsor_x002d_Servicing_x002d__x002d_Post_x002d_Event_x002d_Fulfillme_x002e_aspx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http_x003a__x002f__x002f_www_x002e_sponsorship_x002e_com_x002f_IEGSR_x002f_2011_x002f_10_x002f_11_x002f_Best_x002d_Practices_x002d__x002d_Post_x002d_Event_x002d_Fulfillment_x002d_Reports_x002e_aspx" ma:index="19" nillable="true" ma:displayName="http://www.sponsorship.com/IEGSR/2011/10/11/Best-Practices--Post-Event-Fulfillment-Reports.aspx" ma:format="Hyperlink" ma:internalName="http_x003a__x002f__x002f_www_x002e_sponsorship_x002e_com_x002f_IEGSR_x002f_2011_x002f_10_x002f_11_x002f_Best_x002d_Practices_x002d__x002d_Post_x002d_Event_x002d_Fulfillment_x002d_Reports_x002e_aspx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CR" ma:index="2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ttp_x003a__x002f__x002f_www_x002e_sponsorship_x002e_com_x002f_IEGSR_x002f_2011_x002f_10_x002f_11_x002f_Best_x002d_Practices_x002d__x002d_Post_x002d_Event_x002d_Fulfillment_x002d_Reports_x002e_aspx xmlns="9803ebc7-b471-4092-bd6a-015dc118a62b">
      <Url xsi:nil="true"/>
      <Description xsi:nil="true"/>
    </http_x003a__x002f__x002f_www_x002e_sponsorship_x002e_com_x002f_IEGSR_x002f_2011_x002f_10_x002f_11_x002f_Best_x002d_Practices_x002d__x002d_Post_x002d_Event_x002d_Fulfillment_x002d_Reports_x002e_aspx>
    <Close xmlns="9803ebc7-b471-4092-bd6a-015dc118a62b" xsi:nil="true"/>
    <http_x003a__x002f__x002f_www_x002e_sponsorship_x002e_com_x002f_iegsr_x002f_2013_x002f_04_x002f_15_x002f_The_x002d_Key_x002d_To_x002d_Sponsor_x002d_Servicing_x002d__x002d_Post_x002d_Event_x002d_Fulfillme_x002e_aspx xmlns="9803ebc7-b471-4092-bd6a-015dc118a62b">
      <Url xsi:nil="true"/>
      <Description xsi:nil="true"/>
    </http_x003a__x002f__x002f_www_x002e_sponsorship_x002e_com_x002f_iegsr_x002f_2013_x002f_04_x002f_15_x002f_The_x002d_Key_x002d_To_x002d_Sponsor_x002d_Servicing_x002d__x002d_Post_x002d_Event_x002d_Fulfillme_x002e_aspx>
  </documentManagement>
</p:properties>
</file>

<file path=customXml/itemProps1.xml><?xml version="1.0" encoding="utf-8"?>
<ds:datastoreItem xmlns:ds="http://schemas.openxmlformats.org/officeDocument/2006/customXml" ds:itemID="{337B75A6-DA6B-4A05-A509-0B4A80F50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47bd19-f7c3-47ea-aa2d-6a567b73787f"/>
    <ds:schemaRef ds:uri="9803ebc7-b471-4092-bd6a-015dc118a6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7CB4F9-6B1C-4896-AD1D-B93AC5D795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D17901-F9C5-4114-9223-C68AD61A8DF3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metadata/properties"/>
    <ds:schemaRef ds:uri="5547bd19-f7c3-47ea-aa2d-6a567b73787f"/>
    <ds:schemaRef ds:uri="http://purl.org/dc/elements/1.1/"/>
    <ds:schemaRef ds:uri="9803ebc7-b471-4092-bd6a-015dc118a62b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20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Custom Design</vt:lpstr>
      <vt:lpstr>1_Custom Design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&gt;&gt;strategic area&lt;&lt;</dc:title>
  <dc:creator>Lorraine Banks</dc:creator>
  <cp:lastModifiedBy>Alan Richardson</cp:lastModifiedBy>
  <cp:revision>22</cp:revision>
  <cp:lastPrinted>2018-09-19T14:17:03Z</cp:lastPrinted>
  <dcterms:created xsi:type="dcterms:W3CDTF">2018-03-21T13:22:20Z</dcterms:created>
  <dcterms:modified xsi:type="dcterms:W3CDTF">2018-10-04T08:57:25Z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0x010100438026C2E670CA4FBC4D6D6A31344F43</vt:lpwstr>
  </property>
</Properties>
</file>